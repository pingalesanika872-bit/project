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1"/>
      <p:italic r:id="rId12"/>
    </p:embeddedFont>
    <p:embeddedFont>
      <p:font typeface="Open Sans Bold" panose="020B0806030504020204" charset="0"/>
      <p:regular r:id="rId13"/>
    </p:embeddedFont>
    <p:embeddedFont>
      <p:font typeface="Unbounded Bold" panose="020B0604020202020204" charset="0"/>
      <p:regular r:id="rId14"/>
    </p:embeddedFont>
    <p:embeddedFont>
      <p:font typeface="Unbounded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32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9049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EcoChalk: Sustainable Chalk Production from Eggshell Waste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7359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"Transforming Kitchen Waste into Eco-Friendly Classroom Solutions."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85988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3006403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Type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331291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Eco-Friendly Product from Waste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828008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9745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Academic Year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428104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2026–2027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7520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 Members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3925119" y="897806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4525" y="1027212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Sneha Buchade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430089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54525" y="1559496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Aditi Pise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1962373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4525" y="2091779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Sanika Pingale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494657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4525" y="2624063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Anju Koli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026941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4525" y="3156347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Priya Khade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559225"/>
            <a:ext cx="4722763" cy="438745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4525" y="3688631"/>
            <a:ext cx="44639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Swalehin Shaikh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25119" y="4103191"/>
            <a:ext cx="2314575" cy="642789"/>
          </a:xfrm>
          <a:prstGeom prst="roundRect">
            <a:avLst>
              <a:gd name="adj" fmla="val 752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45000" y="4223072"/>
            <a:ext cx="207481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Guide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5000" y="4459114"/>
            <a:ext cx="207481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Mrs. Rekha Kamble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33232" y="4103191"/>
            <a:ext cx="2314649" cy="642789"/>
          </a:xfrm>
          <a:prstGeom prst="roundRect">
            <a:avLst>
              <a:gd name="adj" fmla="val 752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53113" y="4223072"/>
            <a:ext cx="207488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53113" y="4459114"/>
            <a:ext cx="207488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CSE - AIML</a:t>
            </a:r>
            <a:endParaRPr lang="en-US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6EA8CF-8642-EEA4-0BD8-FDF0839B1297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067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Objectives of the Project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1086445"/>
            <a:ext cx="192658" cy="192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3581" y="1054373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discarded eggshells into eco-friendly chalk.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1736750"/>
            <a:ext cx="192658" cy="1926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581" y="1704677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kitchen waste and promote recycling.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2387054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3581" y="2354982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low-cost and non-toxic alternative to conventional chalk.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3037359"/>
            <a:ext cx="192658" cy="1926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3581" y="3005286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Minimize environmental pollution caused by waste disposal.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3687663"/>
            <a:ext cx="192658" cy="1926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3581" y="3655591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 sustainable practices in educational institutions.</a:t>
            </a:r>
            <a:endParaRPr lang="en-US" sz="12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4337968"/>
            <a:ext cx="192658" cy="19265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3581" y="4305895"/>
            <a:ext cx="7734300" cy="244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 the concept of "Waste to Wealth."</a:t>
            </a:r>
            <a:endParaRPr lang="en-US" sz="12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6EAFA-26DE-A573-3D4F-1F1C9691F588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66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This Project?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92275"/>
            <a:ext cx="4107135" cy="2014538"/>
          </a:xfrm>
          <a:prstGeom prst="roundRect">
            <a:avLst>
              <a:gd name="adj" fmla="val 5067"/>
            </a:avLst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3403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97249"/>
            <a:ext cx="3823618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quantities of eggshells are discarded daily by homes, restaurants, and bakeries.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Eggshell waste usually ends up in landfills, causing unnecessary waste accumulation.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Conventional chalk production requires mining of natural minerals such as limestone and gypsum.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3403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97249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Reuse biodegradable waste effectively.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dependence on natural resources.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eco-friendly products in schools and colleges.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sustainable development and circular economy practices.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46CA6-AE48-4916-6C37-E4AF617662E8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1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Methodology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0354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196280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285726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1538883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eggshell waste from homes, hotels, or bakeries.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24313" y="100354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24313" y="1196280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4624313" y="1285726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24313" y="1538883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Wash thoroughly to remove impurities.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6119" y="1916013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108746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198191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119" y="2451348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Dry the eggshells completely.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24313" y="1916013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4313" y="2108746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24313" y="2198191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24313" y="2451348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Grind the shells into a fine powder.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119" y="2828479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3021211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110657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6119" y="3363813"/>
            <a:ext cx="402356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Mix the powder with a natural binder (such as cornstarch or flour paste) and water to form a smooth paste.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4313" y="2828479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4313" y="3021211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5" name="Text 23"/>
          <p:cNvSpPr/>
          <p:nvPr/>
        </p:nvSpPr>
        <p:spPr>
          <a:xfrm>
            <a:off x="4624313" y="3110657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24313" y="3363813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 the mixture into chalk molds.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119" y="392214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6119" y="4114874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6119" y="4204320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7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6119" y="4457477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 the chalk to dry for 24–48 hours.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24313" y="392214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4313" y="4114874"/>
            <a:ext cx="402356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33" name="Text 31"/>
          <p:cNvSpPr/>
          <p:nvPr/>
        </p:nvSpPr>
        <p:spPr>
          <a:xfrm>
            <a:off x="4624313" y="4204320"/>
            <a:ext cx="4023568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8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24313" y="4457477"/>
            <a:ext cx="40235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the chalk for writing quality, strength, and durability.</a:t>
            </a:r>
            <a:endParaRPr lang="en-US" sz="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03CACF-AB9D-667A-BE77-AF59B5EA2A10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035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Expected Results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11064"/>
            <a:ext cx="4023568" cy="1103933"/>
          </a:xfrm>
          <a:prstGeom prst="roundRect">
            <a:avLst>
              <a:gd name="adj" fmla="val 463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37642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156" y="123810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07716"/>
            <a:ext cx="377041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Production of strong and smooth eco-friendly chalk.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24313" y="1011064"/>
            <a:ext cx="4023568" cy="1103933"/>
          </a:xfrm>
          <a:prstGeom prst="roundRect">
            <a:avLst>
              <a:gd name="adj" fmla="val 463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0891" y="1137642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38101"/>
            <a:ext cx="164455" cy="1644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0891" y="1607716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Effective utilization of eggshell waste.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96119" y="2219623"/>
            <a:ext cx="4023568" cy="1103933"/>
          </a:xfrm>
          <a:prstGeom prst="roundRect">
            <a:avLst>
              <a:gd name="adj" fmla="val 463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2697" y="2346201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56" y="2446660"/>
            <a:ext cx="164455" cy="1644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2697" y="2816275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Reduction in organic waste disposal.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24313" y="2219623"/>
            <a:ext cx="4023568" cy="1103933"/>
          </a:xfrm>
          <a:prstGeom prst="roundRect">
            <a:avLst>
              <a:gd name="adj" fmla="val 4635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0891" y="2346201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350" y="2446660"/>
            <a:ext cx="164455" cy="1644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0891" y="2816275"/>
            <a:ext cx="377041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Affordable chalk suitable for classrooms.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96119" y="3428181"/>
            <a:ext cx="4023568" cy="1294284"/>
          </a:xfrm>
          <a:prstGeom prst="roundRect">
            <a:avLst>
              <a:gd name="adj" fmla="val 395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2697" y="3554760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156" y="3655219"/>
            <a:ext cx="164455" cy="1644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2697" y="4024833"/>
            <a:ext cx="377041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Increased awareness about recycling and sustainability.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624313" y="3428181"/>
            <a:ext cx="4023568" cy="1294284"/>
          </a:xfrm>
          <a:prstGeom prst="roundRect">
            <a:avLst>
              <a:gd name="adj" fmla="val 395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0891" y="3554760"/>
            <a:ext cx="365447" cy="365447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3655219"/>
            <a:ext cx="164455" cy="16445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50891" y="4024833"/>
            <a:ext cx="3770412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simple manufacturing process that can be adopted by schools or small-scale industries.</a:t>
            </a:r>
            <a:endParaRPr lang="en-US" sz="11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84EDA7-2A27-32BA-3478-046CFF8B0825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2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20750"/>
            <a:ext cx="2622724" cy="1002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281559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Eggshell waste can be successfully converted into useful classroom chalk.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120750"/>
            <a:ext cx="2622724" cy="1002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97610" y="1281559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demonstrates an innovative and sustainable approach to waste management.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120750"/>
            <a:ext cx="2622724" cy="1002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2092" y="1281559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promotes environmental conservation through recycling.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64569"/>
            <a:ext cx="2622724" cy="122887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3127" y="2425378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product is economical, biodegradable, and safe for educational use.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264569"/>
            <a:ext cx="2622724" cy="122887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497610" y="2425378"/>
            <a:ext cx="22249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initiative supports the </a:t>
            </a: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Reduce, Reuse, and Recycle (3R)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principle and contributes to a cleaner, greener future.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496119" y="3688333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496119" y="395540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496119" y="452236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CCA513-C6E9-5CC7-42F1-846D1E2AD368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94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                                        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65299"/>
            <a:ext cx="8151763" cy="873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2019523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                        </a:t>
            </a:r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96119" y="2526953"/>
            <a:ext cx="8151763" cy="221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  <a:p>
            <a:pPr marL="0" indent="0" algn="l">
              <a:lnSpc>
                <a:spcPct val="128000"/>
              </a:lnSpc>
              <a:spcAft>
                <a:spcPts val="1050"/>
              </a:spcAft>
              <a:buNone/>
            </a:pPr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A22E86-52D4-2690-87AF-D6069E75F615}"/>
              </a:ext>
            </a:extLst>
          </p:cNvPr>
          <p:cNvSpPr/>
          <p:nvPr/>
        </p:nvSpPr>
        <p:spPr>
          <a:xfrm>
            <a:off x="7927450" y="4842344"/>
            <a:ext cx="1137037" cy="238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On-screen Show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Unbounded Light</vt:lpstr>
      <vt:lpstr>Open Sans Bold</vt:lpstr>
      <vt:lpstr>Unbounded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Shweta Mahadik</cp:lastModifiedBy>
  <cp:revision>2</cp:revision>
  <dcterms:created xsi:type="dcterms:W3CDTF">2026-07-23T18:24:31Z</dcterms:created>
  <dcterms:modified xsi:type="dcterms:W3CDTF">2026-07-23T18:26:21Z</dcterms:modified>
</cp:coreProperties>
</file>